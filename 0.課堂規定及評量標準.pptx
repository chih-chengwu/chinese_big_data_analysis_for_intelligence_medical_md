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1" r:id="rId3"/>
    <p:sldId id="273" r:id="rId4"/>
    <p:sldId id="272" r:id="rId5"/>
    <p:sldId id="276" r:id="rId6"/>
    <p:sldId id="274" r:id="rId7"/>
    <p:sldId id="277" r:id="rId8"/>
    <p:sldId id="278" r:id="rId9"/>
    <p:sldId id="279" r:id="rId1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45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2880985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2026/2/25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下學期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碩一甲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智慧</a:t>
            </a:r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醫療大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Big data for intelligence medical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653146"/>
          </a:xfrm>
        </p:spPr>
        <p:txBody>
          <a:bodyPr>
            <a:normAutofit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資訊安全管理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526322" y="2040472"/>
            <a:ext cx="8607211" cy="3765755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或僅限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245806"/>
            <a:ext cx="10515600" cy="1360572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智慧醫療大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/>
              </a:r>
              <a:b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</a:b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4693681" y="1815860"/>
              <a:ext cx="3243865" cy="966157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第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6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週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/>
              </a:r>
              <a:b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</a:b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Python 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程式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/>
              </a:r>
              <a:b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</a:b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(</a:t>
              </a:r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)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922919" cy="966157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(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報告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)</a:t>
              </a: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1708031" y="4075981"/>
              <a:ext cx="2943763" cy="966157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第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12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週</a:t>
              </a:r>
              <a:r>
                <a:rPr lang="en-US" altLang="zh-TW" sz="2400" dirty="0" err="1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Kaggle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 Project</a:t>
              </a:r>
              <a:b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</a:b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中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報告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2962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83970"/>
            <a:ext cx="10515600" cy="1325563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6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上台報告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視窗程式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emo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6407" y="1764906"/>
            <a:ext cx="10515600" cy="4730450"/>
          </a:xfrm>
        </p:spPr>
        <p:txBody>
          <a:bodyPr>
            <a:normAutofit/>
          </a:bodyPr>
          <a:lstStyle/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視窗程式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Local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雲端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Tkinter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套件，具新增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查詢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修改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刪除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u="sng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列印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匯出功能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可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儲存在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SQLite/Excel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可發佈成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exe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可以自訂有興趣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有用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自己寫的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新寫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專寫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複雜度更高的題目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週前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經老師同意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目的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提高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程式寫作能力</a:t>
            </a:r>
          </a:p>
        </p:txBody>
      </p:sp>
    </p:spTree>
    <p:extLst>
      <p:ext uri="{BB962C8B-B14F-4D97-AF65-F5344CB8AC3E}">
        <p14:creationId xmlns:p14="http://schemas.microsoft.com/office/powerpoint/2010/main" val="651896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83970"/>
            <a:ext cx="10515600" cy="1325563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12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Midterm </a:t>
            </a: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exal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b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 err="1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Kaggle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Project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報告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596" y="1509533"/>
            <a:ext cx="10515600" cy="4730450"/>
          </a:xfrm>
        </p:spPr>
        <p:txBody>
          <a:bodyPr>
            <a:normAutofit lnSpcReduction="10000"/>
          </a:bodyPr>
          <a:lstStyle/>
          <a:p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垃圾郵件</a:t>
            </a:r>
            <a:r>
              <a:rPr lang="zh-TW" altLang="en-US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器</a:t>
            </a:r>
            <a:endParaRPr lang="en-US" altLang="zh-TW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RFM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分析</a:t>
            </a:r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股價預測</a:t>
            </a:r>
            <a:endParaRPr lang="en-US" altLang="zh-TW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網路爬蟲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網頁解析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圖片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增量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…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0775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83970"/>
            <a:ext cx="10515600" cy="1325563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期末報告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20460" y="1839046"/>
            <a:ext cx="10515600" cy="4730450"/>
          </a:xfrm>
        </p:spPr>
        <p:txBody>
          <a:bodyPr>
            <a:normAutofit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老師提供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paper</a:t>
            </a:r>
          </a:p>
          <a:p>
            <a:endParaRPr lang="en-US" altLang="zh-TW" kern="0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kern="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自已找與大數據分析相關</a:t>
            </a:r>
            <a:r>
              <a:rPr lang="en-US" altLang="zh-TW" kern="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paper</a:t>
            </a:r>
            <a:r>
              <a:rPr lang="zh-TW" altLang="en-US" kern="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經老師同意</a:t>
            </a:r>
            <a:endParaRPr lang="en-US" altLang="zh-TW" kern="0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kern="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kern="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kern="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kern="0" dirty="0">
                <a:latin typeface="標楷體" panose="03000509000000000000" pitchFamily="65" charset="-120"/>
                <a:ea typeface="標楷體" panose="03000509000000000000" pitchFamily="65" charset="-120"/>
              </a:rPr>
              <a:t>週前確定</a:t>
            </a:r>
            <a:r>
              <a:rPr lang="zh-TW" altLang="en-US" kern="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題目</a:t>
            </a:r>
            <a:endParaRPr lang="en-US" altLang="zh-TW" kern="0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5327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8397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+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出席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596" y="3260435"/>
            <a:ext cx="10515600" cy="2979547"/>
          </a:xfrm>
        </p:spPr>
        <p:txBody>
          <a:bodyPr>
            <a:normAutofit/>
          </a:bodyPr>
          <a:lstStyle/>
          <a:p>
            <a:r>
              <a:rPr lang="zh-TW" altLang="en-US" kern="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視實際情況增加一次</a:t>
            </a:r>
            <a:r>
              <a:rPr lang="zh-TW" altLang="en-US" kern="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小考</a:t>
            </a:r>
            <a:r>
              <a:rPr lang="zh-TW" altLang="en-US" kern="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測驗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45568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73100" y="97270"/>
            <a:ext cx="10845800" cy="1325563"/>
          </a:xfrm>
        </p:spPr>
        <p:txBody>
          <a:bodyPr/>
          <a:lstStyle/>
          <a:p>
            <a:pPr algn="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12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Project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報告（細則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　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1/2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　　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696314"/>
            <a:ext cx="10515600" cy="4843031"/>
          </a:xfrm>
        </p:spPr>
        <p:txBody>
          <a:bodyPr>
            <a:normAutofit/>
          </a:bodyPr>
          <a:lstStyle/>
          <a:p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建議以「垃圾郵件</a:t>
            </a:r>
            <a:r>
              <a:rPr lang="en-US" altLang="zh-TW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,</a:t>
            </a:r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spam mail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」為</a:t>
            </a:r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Key word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</a:t>
            </a:r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1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kaggle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蒐尋</a:t>
            </a:r>
            <a:endParaRPr lang="en-US" altLang="zh-TW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評分標準</a:t>
            </a:r>
            <a:r>
              <a:rPr lang="en-US" altLang="zh-TW" b="1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有一定的複雜度</a:t>
            </a:r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言之有物，口條清晰 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以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PPT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協助說明　（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此程式在作什麼說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清楚）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資料欄位介紹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主要以程式執行說明為主 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與未來職場不盡相同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講該區塊在作什麼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有需要時老師會請同學說明程式碼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圖表 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如果太多，簡單的圖表帶過就可以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至少需自行增加一個功能 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多多益善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甚至都是自行開發更好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05386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如果不以</a:t>
            </a:r>
            <a:r>
              <a:rPr lang="en-US" altLang="zh-TW" b="1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kaggle</a:t>
            </a:r>
            <a:r>
              <a:rPr lang="zh-TW" altLang="en-US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</a:t>
            </a:r>
            <a:r>
              <a:rPr lang="en-US" altLang="zh-TW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Base/Reference,</a:t>
            </a:r>
            <a:r>
              <a:rPr lang="zh-TW" altLang="en-US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自行開發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的更好</a:t>
            </a:r>
            <a:endParaRPr lang="en-US" altLang="zh-TW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可以</a:t>
            </a:r>
            <a:r>
              <a:rPr lang="en-US" altLang="zh-TW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最好事先來跟老師討論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與大數據有關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目標明確</a:t>
            </a:r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適當呈現的圖表</a:t>
            </a:r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主要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是內容／份量要</a:t>
            </a:r>
            <a:r>
              <a:rPr lang="zh-TW" altLang="en-US" b="1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夠</a:t>
            </a:r>
            <a:endParaRPr lang="en-US" altLang="zh-TW" b="1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Colab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b="1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VSCode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都可以</a:t>
            </a:r>
            <a:endParaRPr lang="en-US" altLang="zh-TW" b="1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b="1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chatGPT</a:t>
            </a:r>
            <a:r>
              <a:rPr lang="zh-TW" altLang="en-US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r>
              <a:rPr lang="en-US" altLang="zh-TW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b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很多</a:t>
            </a:r>
            <a:endParaRPr lang="zh-TW" altLang="en-US" dirty="0"/>
          </a:p>
        </p:txBody>
      </p:sp>
      <p:sp>
        <p:nvSpPr>
          <p:cNvPr id="4" name="標題 1"/>
          <p:cNvSpPr>
            <a:spLocks noGrp="1"/>
          </p:cNvSpPr>
          <p:nvPr>
            <p:ph type="title"/>
          </p:nvPr>
        </p:nvSpPr>
        <p:spPr>
          <a:xfrm>
            <a:off x="673100" y="97270"/>
            <a:ext cx="10845800" cy="1325563"/>
          </a:xfrm>
        </p:spPr>
        <p:txBody>
          <a:bodyPr/>
          <a:lstStyle/>
          <a:p>
            <a:pPr algn="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12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Project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報告（細則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　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2/2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　　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2902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319</Words>
  <Application>Microsoft Office PowerPoint</Application>
  <PresentationFormat>寬螢幕</PresentationFormat>
  <Paragraphs>76</Paragraphs>
  <Slides>9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6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評量標準及課堂規定</vt:lpstr>
      <vt:lpstr>資訊安全管理 課堂規定</vt:lpstr>
      <vt:lpstr>PowerPoint 簡報</vt:lpstr>
      <vt:lpstr>第6週 上台報告 Python 視窗程式 Demo</vt:lpstr>
      <vt:lpstr>第12週 Midterm exal  Kaggle Project 報告</vt:lpstr>
      <vt:lpstr>期末報告</vt:lpstr>
      <vt:lpstr>課堂表現+出席</vt:lpstr>
      <vt:lpstr>第12週 Final Project 報告（細則)　1/2　　</vt:lpstr>
      <vt:lpstr>第12週 Final Project 報告（細則)　2/2　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user</cp:lastModifiedBy>
  <cp:revision>69</cp:revision>
  <dcterms:created xsi:type="dcterms:W3CDTF">2023-02-10T08:39:17Z</dcterms:created>
  <dcterms:modified xsi:type="dcterms:W3CDTF">2026-02-25T03:45:31Z</dcterms:modified>
</cp:coreProperties>
</file>