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73" r:id="rId4"/>
    <p:sldId id="272" r:id="rId5"/>
    <p:sldId id="276" r:id="rId6"/>
    <p:sldId id="278" r:id="rId7"/>
    <p:sldId id="279" r:id="rId8"/>
    <p:sldId id="274" r:id="rId9"/>
    <p:sldId id="277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8676C-D457-4A0B-9C91-83939419494E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45429-42BB-4635-80E2-ABE2C984EC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19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42F59D-1976-4030-A7B5-0D54ABB5D05B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158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880985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5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68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01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93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132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03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88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00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51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27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07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0F9A4-4469-4216-8732-74830AAB3356}" type="datetimeFigureOut">
              <a:rPr lang="zh-TW" altLang="en-US" smtClean="0"/>
              <a:t>2026/2/25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60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評量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標準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及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課堂規定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學年下學期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碩一甲</a:t>
            </a:r>
            <a:r>
              <a:rPr lang="en-US" altLang="zh-TW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智慧</a:t>
            </a:r>
            <a:r>
              <a:rPr lang="zh-TW" altLang="en-US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醫療大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數據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Big data for intelligence medical</a:t>
            </a:r>
          </a:p>
          <a:p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任課老師</a:t>
            </a:r>
            <a:r>
              <a:rPr lang="en-US" altLang="zh-TW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吳志成</a:t>
            </a:r>
            <a:endParaRPr lang="zh-TW" altLang="en-US" sz="28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657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00368"/>
            <a:ext cx="10515600" cy="1653146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資訊安全管理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課堂規定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26322" y="2040472"/>
            <a:ext cx="8607211" cy="3765755"/>
          </a:xfrm>
        </p:spPr>
        <p:txBody>
          <a:bodyPr>
            <a:no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後進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教室算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遲到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上課禁用手機，請專心上課</a:t>
            </a:r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想睡覺的，建議洗臉</a:t>
            </a:r>
            <a:r>
              <a:rPr lang="zh-TW" altLang="en-US" sz="3200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站立上課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或僅限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上課吵鬧，影響到老師同學，予以糾正</a:t>
            </a:r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為加強同學上課專注度，請同學回答問題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34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 txBox="1">
            <a:spLocks/>
          </p:cNvSpPr>
          <p:nvPr/>
        </p:nvSpPr>
        <p:spPr>
          <a:xfrm>
            <a:off x="838200" y="245806"/>
            <a:ext cx="10515600" cy="1360572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智慧醫療大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數據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評量標準</a:t>
            </a:r>
            <a:endParaRPr lang="zh-TW" altLang="en-US" dirty="0"/>
          </a:p>
        </p:txBody>
      </p:sp>
      <p:grpSp>
        <p:nvGrpSpPr>
          <p:cNvPr id="10" name="群組 9"/>
          <p:cNvGrpSpPr/>
          <p:nvPr/>
        </p:nvGrpSpPr>
        <p:grpSpPr>
          <a:xfrm>
            <a:off x="3590745" y="1673523"/>
            <a:ext cx="5010510" cy="4830793"/>
            <a:chOff x="1708030" y="189781"/>
            <a:chExt cx="6271404" cy="6305910"/>
          </a:xfrm>
        </p:grpSpPr>
        <p:sp>
          <p:nvSpPr>
            <p:cNvPr id="11" name="流程圖: 或 10"/>
            <p:cNvSpPr/>
            <p:nvPr/>
          </p:nvSpPr>
          <p:spPr>
            <a:xfrm>
              <a:off x="1708030" y="189781"/>
              <a:ext cx="6271404" cy="6305910"/>
            </a:xfrm>
            <a:prstGeom prst="flowChartOr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流程圖: 結束點 11"/>
            <p:cNvSpPr/>
            <p:nvPr/>
          </p:nvSpPr>
          <p:spPr>
            <a:xfrm>
              <a:off x="2112751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課堂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表現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出席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/>
              </a:r>
              <a:b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</a:b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3" name="流程圖: 結束點 12"/>
            <p:cNvSpPr/>
            <p:nvPr/>
          </p:nvSpPr>
          <p:spPr>
            <a:xfrm>
              <a:off x="4693681" y="1815860"/>
              <a:ext cx="3243865" cy="966157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第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6</a:t>
              </a:r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週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/>
              </a:r>
              <a:b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</a:b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Python </a:t>
              </a:r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程式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/>
              </a:r>
              <a:b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</a:br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(</a:t>
              </a:r>
              <a:r>
                <a:rPr lang="zh-TW" altLang="en-US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作業</a:t>
              </a:r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小考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)</a:t>
              </a:r>
              <a:endParaRPr lang="zh-TW" altLang="en-US" sz="2400" dirty="0">
                <a:solidFill>
                  <a:srgbClr val="FF0000"/>
                </a:solidFill>
              </a:endParaRPr>
            </a:p>
            <a:p>
              <a:pPr algn="ctr"/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4" name="流程圖: 結束點 13"/>
            <p:cNvSpPr/>
            <p:nvPr/>
          </p:nvSpPr>
          <p:spPr>
            <a:xfrm>
              <a:off x="5056515" y="4075981"/>
              <a:ext cx="2922919" cy="966157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期末考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(</a:t>
              </a:r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報告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)</a:t>
              </a:r>
            </a:p>
            <a:p>
              <a:pPr algn="ctr"/>
              <a:r>
                <a:rPr lang="en-US" altLang="zh-TW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5" name="流程圖: 結束點 14"/>
            <p:cNvSpPr/>
            <p:nvPr/>
          </p:nvSpPr>
          <p:spPr>
            <a:xfrm>
              <a:off x="1708031" y="4075981"/>
              <a:ext cx="2943763" cy="966157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第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12</a:t>
              </a:r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週</a:t>
              </a:r>
              <a:r>
                <a:rPr lang="en-US" altLang="zh-TW" sz="2400" dirty="0" err="1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Kaggle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 Project</a:t>
              </a:r>
              <a:b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</a:br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期中報告</a:t>
              </a:r>
              <a:endPara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296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8397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6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 上台報告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Python 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視窗程式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Demo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26407" y="1764906"/>
            <a:ext cx="10515600" cy="4730450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Python 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視窗程式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Local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雲端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版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使用</a:t>
            </a:r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Tkinter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套件，具新增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查詢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修改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刪除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列印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匯出功能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可儲存在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SQLite/Excel</a:t>
            </a:r>
          </a:p>
          <a:p>
            <a:pPr lvl="1"/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老師會指定請同學說明某一段程式碼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PS: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可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發佈成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.exe</a:t>
            </a:r>
          </a:p>
          <a:p>
            <a:pPr marL="0" indent="0">
              <a:buNone/>
            </a:pP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可以自訂有興趣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有用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自己寫的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新寫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專寫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複雜度更高的題目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週前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經老師同意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目的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提高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Python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程式寫作能力</a:t>
            </a:r>
          </a:p>
        </p:txBody>
      </p:sp>
    </p:spTree>
    <p:extLst>
      <p:ext uri="{BB962C8B-B14F-4D97-AF65-F5344CB8AC3E}">
        <p14:creationId xmlns:p14="http://schemas.microsoft.com/office/powerpoint/2010/main" val="65189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8397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12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Midterm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exam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Kaggle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Project 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報告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67596" y="1509533"/>
            <a:ext cx="10515600" cy="5056024"/>
          </a:xfrm>
        </p:spPr>
        <p:txBody>
          <a:bodyPr>
            <a:normAutofit fontScale="77500" lnSpcReduction="20000"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在</a:t>
            </a:r>
            <a:r>
              <a:rPr lang="en-US" altLang="zh-TW" dirty="0" err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Kaggle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上搜尋自己有興趣的主題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不限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),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但最好是它的產出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(outcome)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是有圖表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圖表的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意思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以下是可以參考的主題</a:t>
            </a:r>
          </a:p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1.Insurance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Fraud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保險理賠是否為詐欺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(Vehicle Insurance Fraud Detection)</a:t>
            </a: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2.Invest/Financial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analysis (Investment and Financial Analysis )</a:t>
            </a: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3.Stock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股價預測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4.RFM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客戶關係管理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(CRM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5.SPAM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垃圾郵件分類</a:t>
            </a:r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器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6.Titanic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鐵達尼號</a:t>
            </a: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7.credit-default-risk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貸款風險預測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/Give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Me Some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Credit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信用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風險建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模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8.ImageNet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/ Open Images Dataset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影像與多媒體大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數據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077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3100" y="97270"/>
            <a:ext cx="10845800" cy="1325563"/>
          </a:xfrm>
        </p:spPr>
        <p:txBody>
          <a:bodyPr/>
          <a:lstStyle/>
          <a:p>
            <a:pPr algn="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12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Midterm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exam 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報告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（細則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1/2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96314"/>
            <a:ext cx="10515600" cy="4843031"/>
          </a:xfrm>
        </p:spPr>
        <p:txBody>
          <a:bodyPr>
            <a:norm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評分</a:t>
            </a:r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標準</a:t>
            </a:r>
            <a:r>
              <a:rPr lang="en-US" altLang="zh-TW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endParaRPr lang="en-US" altLang="zh-TW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有一定的複雜度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言之有物，口條清晰 </a:t>
            </a:r>
            <a:endParaRPr lang="en-US" altLang="zh-TW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以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PPT</a:t>
            </a:r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協助說明　（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此程式在作什麼說</a:t>
            </a:r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清楚）</a:t>
            </a:r>
            <a:endParaRPr lang="en-US" altLang="zh-TW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資料欄位介紹</a:t>
            </a:r>
            <a:endParaRPr lang="en-US" altLang="zh-TW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主要以程式執行說明為主 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與未來職場不盡相同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講該區塊在作什麼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老師會指定請</a:t>
            </a:r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同學</a:t>
            </a:r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說明某一段程式碼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圖表 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如果太多，簡單的圖表帶過就可以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至少</a:t>
            </a:r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需自行增加一個功能 </a:t>
            </a:r>
            <a:endParaRPr lang="en-US" altLang="zh-TW" b="1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多多益善</a:t>
            </a:r>
            <a:r>
              <a:rPr lang="en-US" altLang="zh-TW" b="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甚至都是自行開發更好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21566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如果不以</a:t>
            </a:r>
            <a:r>
              <a:rPr lang="en-US" altLang="zh-TW" b="1" dirty="0" err="1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kaggle</a:t>
            </a:r>
            <a:r>
              <a:rPr lang="zh-TW" altLang="en-US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</a:t>
            </a:r>
            <a:r>
              <a:rPr lang="en-US" altLang="zh-TW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Base/Reference,</a:t>
            </a:r>
            <a:r>
              <a:rPr lang="zh-TW" altLang="en-US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自行開發</a:t>
            </a:r>
            <a:r>
              <a:rPr lang="zh-TW" altLang="en-US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的更好</a:t>
            </a:r>
            <a:endParaRPr lang="en-US" altLang="zh-TW" b="1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可以</a:t>
            </a:r>
            <a:r>
              <a:rPr lang="en-US" altLang="zh-TW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最好事先來跟老師討論</a:t>
            </a:r>
            <a:endParaRPr lang="en-US" altLang="zh-TW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與大數據有關</a:t>
            </a:r>
            <a:endParaRPr lang="en-US" altLang="zh-TW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目標明確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適當呈現的圖表</a:t>
            </a:r>
            <a:endParaRPr lang="en-US" altLang="zh-TW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主要</a:t>
            </a:r>
            <a:r>
              <a: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是內容／份量要</a:t>
            </a:r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夠</a:t>
            </a:r>
            <a:endParaRPr lang="en-US" altLang="zh-TW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b="1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 </a:t>
            </a:r>
            <a:r>
              <a:rPr lang="en-US" altLang="zh-TW" b="1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Colab</a:t>
            </a:r>
            <a:r>
              <a:rPr lang="zh-TW" altLang="en-US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或</a:t>
            </a:r>
            <a:r>
              <a:rPr lang="en-US" altLang="zh-TW" b="1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VSCode</a:t>
            </a:r>
            <a:r>
              <a:rPr lang="zh-TW" altLang="en-US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都</a:t>
            </a:r>
            <a:r>
              <a:rPr lang="zh-TW" altLang="en-US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可以</a:t>
            </a:r>
            <a:endParaRPr lang="en-US" altLang="zh-TW" b="1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標題 1"/>
          <p:cNvSpPr>
            <a:spLocks noGrp="1"/>
          </p:cNvSpPr>
          <p:nvPr>
            <p:ph type="title"/>
          </p:nvPr>
        </p:nvSpPr>
        <p:spPr>
          <a:xfrm>
            <a:off x="673100" y="97270"/>
            <a:ext cx="10845800" cy="1325563"/>
          </a:xfrm>
        </p:spPr>
        <p:txBody>
          <a:bodyPr/>
          <a:lstStyle/>
          <a:p>
            <a:pPr algn="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12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Midterm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exam 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報告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（細則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2/2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　　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84945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83970"/>
            <a:ext cx="10515600" cy="1325563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期末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報告期刊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20460" y="1839046"/>
            <a:ext cx="10515600" cy="4730450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老師提供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paper</a:t>
            </a:r>
          </a:p>
          <a:p>
            <a:endParaRPr lang="en-US" altLang="zh-TW" kern="0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kern="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自已找與大數據分析相關</a:t>
            </a:r>
            <a:r>
              <a:rPr lang="en-US" altLang="zh-TW" kern="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paper</a:t>
            </a:r>
            <a:r>
              <a:rPr lang="zh-TW" altLang="en-US" kern="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經老師同意</a:t>
            </a:r>
            <a:endParaRPr lang="en-US" altLang="zh-TW" kern="0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kern="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9</a:t>
            </a:r>
            <a:r>
              <a:rPr lang="zh-TW" altLang="en-US" kern="0" dirty="0">
                <a:latin typeface="標楷體" panose="03000509000000000000" pitchFamily="65" charset="-120"/>
                <a:ea typeface="標楷體" panose="03000509000000000000" pitchFamily="65" charset="-120"/>
              </a:rPr>
              <a:t>週前確定</a:t>
            </a:r>
            <a:r>
              <a:rPr lang="zh-TW" altLang="en-US" kern="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題目</a:t>
            </a:r>
            <a:endParaRPr lang="en-US" altLang="zh-TW" kern="0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327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8397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課堂表現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+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出席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67596" y="3260435"/>
            <a:ext cx="10515600" cy="2979547"/>
          </a:xfrm>
        </p:spPr>
        <p:txBody>
          <a:bodyPr>
            <a:normAutofit/>
          </a:bodyPr>
          <a:lstStyle/>
          <a:p>
            <a:r>
              <a:rPr lang="zh-TW" altLang="en-US" kern="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視實際情況增加一次</a:t>
            </a:r>
            <a:r>
              <a:rPr lang="zh-TW" altLang="en-US" kern="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小考</a:t>
            </a:r>
            <a:r>
              <a:rPr lang="zh-TW" altLang="en-US" kern="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測驗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4556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398</Words>
  <Application>Microsoft Office PowerPoint</Application>
  <PresentationFormat>寬螢幕</PresentationFormat>
  <Paragraphs>78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新細明體</vt:lpstr>
      <vt:lpstr>新細明體</vt:lpstr>
      <vt:lpstr>標楷體</vt:lpstr>
      <vt:lpstr>Arial</vt:lpstr>
      <vt:lpstr>Calibri</vt:lpstr>
      <vt:lpstr>Calibri Light</vt:lpstr>
      <vt:lpstr>Office 佈景主題</vt:lpstr>
      <vt:lpstr>評量標準及課堂規定</vt:lpstr>
      <vt:lpstr>資訊安全管理 課堂規定</vt:lpstr>
      <vt:lpstr>PowerPoint 簡報</vt:lpstr>
      <vt:lpstr>第6週 上台報告 Python 視窗程式 Demo</vt:lpstr>
      <vt:lpstr>第12週 Midterm exam  Kaggle Project 報告</vt:lpstr>
      <vt:lpstr>第12週 Midterm exam 報告（細則)　1/2　　</vt:lpstr>
      <vt:lpstr>第12週 Midterm exam 報告（細則)　2/2　　</vt:lpstr>
      <vt:lpstr>期末-報告期刊</vt:lpstr>
      <vt:lpstr>課堂表現+出席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課堂規定</dc:title>
  <dc:creator>USER</dc:creator>
  <cp:lastModifiedBy>hp</cp:lastModifiedBy>
  <cp:revision>74</cp:revision>
  <dcterms:created xsi:type="dcterms:W3CDTF">2023-02-10T08:39:17Z</dcterms:created>
  <dcterms:modified xsi:type="dcterms:W3CDTF">2026-02-25T15:39:52Z</dcterms:modified>
</cp:coreProperties>
</file>